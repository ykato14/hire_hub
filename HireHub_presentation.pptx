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5F94"/>
                </a:solidFill>
              </a:rPr>
              <a:t>HireHub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Job Marketplace &amp; Recruitment Platform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Tech: Next.js · TypeScript · Prisma · MySQL · Docker · NextAuth · OpenAI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HireHub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5F94"/>
                </a:solidFill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DB (Prisma)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Security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Features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AI &amp; Messaging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API &amp; Docker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93776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Roadmap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HireHub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5F94"/>
                </a:solidFill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Job posting &amp; search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Applications with CV upload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Messaging &amp; Interviews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Admin &amp; Analytics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HireHub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5F94"/>
                </a:solidFill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Monorepo: Next.js app router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Service layer in /lib/services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Prisma + MySQL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Docker + docker-compose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HireHub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5F94"/>
                </a:solidFill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Next.js 16, React 19, TypeScript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Prisma + mysql2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Next-Auth / JWT, bcrypt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Uploadthing, OpenAI integrations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HireHub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5F94"/>
                </a:solidFill>
              </a:rPr>
              <a:t>Database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User, Job, Application, CV, Interview, Message, AIMatchScore (see schema)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HireHub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5F94"/>
                </a:solidFill>
              </a:rPr>
              <a:t>Core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Job CRUD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Applications (unique user-job)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Messaging with unread flag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Interview scheduling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HireHub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5F94"/>
                </a:solidFill>
              </a:rPr>
              <a:t>Security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Passwords hashed (bcrypt)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NextAuth / JWT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Prisma transactions for atomic ops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Env vars, rate-limiting, CORS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HireHub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5F94"/>
                </a:solidFill>
              </a:rPr>
              <a:t>AI &amp; Messaging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AIMatchScore: automated scoring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Messaging: sender/receiver relations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Interview: meeting links &amp; scheduling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HireHub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5F94"/>
                </a:solidFill>
              </a:rPr>
              <a:t>API &amp; Deployment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Auth: /api/auth/*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Jobs: /api/jobs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Applications: /api/applications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Docker: docker-compose up --build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HireHub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5F94"/>
                </a:solidFill>
              </a:rPr>
              <a:t>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Mobile app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Real-time chat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Video interviews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Advanced AI (RAG)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HireHub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5F94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HireHub: end-to-end recruitment platform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91440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© 2026 HireHub Team. All rights reserved.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HireHub —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2026-05-11T06:41:52Z</dcterms:created>
  <dcterms:modified xsi:type="dcterms:W3CDTF">2026-05-11T06:41:52Z</dcterms:modified>
</cp:coreProperties>
</file>